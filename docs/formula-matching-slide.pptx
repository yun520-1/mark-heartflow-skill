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公式匹配信号矩阵（认知信号 → 公式映射）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信号类</a:t>
                      </a:r>
                    </a:p>
                  </a:txBody>
                  <a:tcPr anchor="t"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同义词/关键词</a:t>
                      </a:r>
                    </a:p>
                  </a:txBody>
                  <a:tcPr anchor="t">
                    <a:solidFill>
                      <a:srgbClr val="2E5B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匹配到的公式 ref 列表</a:t>
                      </a:r>
                    </a:p>
                  </a:txBody>
                  <a:tcPr anchor="t">
                    <a:solidFill>
                      <a:srgbClr val="2E5BA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uncertainty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不确定、矛盾、冲突、不一致、分歧、怀疑、模糊、没把握、多个来源、冲突信息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元认知置信度</a:t>
                      </a:r>
                    </a:p>
                    <a:p>
                      <a:r>
                        <a:t>• 元认知置信度 C=1-Var(p)</a:t>
                      </a:r>
                    </a:p>
                    <a:p>
                      <a:r>
                        <a:t>• KL 散度(分布差异)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load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负荷、超负荷、认知负荷、太难、复杂、忙不过来、信息过载、处理不过来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认知负载指数 CL</a:t>
                      </a:r>
                    </a:p>
                    <a:p>
                      <a:r>
                        <a:t>• 唤醒-绩效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arousal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焦虑、紧张、兴奋、平静、唤醒、压力、慌、疲惫、太激动、太冷静、唤醒度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耶克斯-多德森定律</a:t>
                      </a:r>
                    </a:p>
                    <a:p>
                      <a:r>
                        <a:t>• 耶克斯-多德森定律</a:t>
                      </a:r>
                    </a:p>
                    <a:p>
                      <a:r>
                        <a:t>• yerkes_dodson_equation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memory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记住、回忆、遗忘、想起、熟悉、熟练、忘掉、检索、练习、重复、复述、脑网络、模块度、神经连接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艾宾浩斯遗忘曲线</a:t>
                      </a:r>
                    </a:p>
                    <a:p>
                      <a:r>
                        <a:t>• ACT-R 基础级学习</a:t>
                      </a:r>
                    </a:p>
                    <a:p>
                      <a:r>
                        <a:t>• ACT-R 激活方程</a:t>
                      </a:r>
                    </a:p>
                    <a:p>
                      <a:r>
                        <a:t>• ACT-R 扩散激活</a:t>
                      </a:r>
                    </a:p>
                    <a:p>
                      <a:r>
                        <a:t>• 艾宾浩斯遗忘曲线</a:t>
                      </a:r>
                    </a:p>
                    <a:p>
                      <a:r>
                        <a:t>• experience_replay (stage-primitive)</a:t>
                      </a:r>
                    </a:p>
                    <a:p>
                      <a:r>
                        <a:t>• actr_noise (stage-primitive)</a:t>
                      </a:r>
                    </a:p>
                    <a:p>
                      <a:r>
                        <a:t>• neural_firing_rate (stage-primitive)</a:t>
                      </a:r>
                    </a:p>
                    <a:p>
                      <a:r>
                        <a:t>• pca_variance (stage-primitive)</a:t>
                      </a:r>
                    </a:p>
                    <a:p>
                      <a:r>
                        <a:t>• kmo_test (stage-primitive)</a:t>
                      </a:r>
                    </a:p>
                    <a:p>
                      <a:r>
                        <a:t>• bartlett_test (stage-primitive)</a:t>
                      </a:r>
                    </a:p>
                    <a:p>
                      <a:r>
                        <a:t>• brain_network_modularity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decision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选择、决策、取舍、博弈、冲突、纳什均衡、零和、pennies、决策时间、反应时、漂移率、决策动力学、扩散模型、信号检测、辨别力、虚报率、命中率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clarion_acs (stage-primitive)</a:t>
                      </a:r>
                    </a:p>
                    <a:p>
                      <a:r>
                        <a:t>• cognitive_dissonance (stage-primitive)</a:t>
                      </a:r>
                    </a:p>
                    <a:p>
                      <a:r>
                        <a:t>• gwt_accessibility (stage-primitive)</a:t>
                      </a:r>
                    </a:p>
                    <a:p>
                      <a:r>
                        <a:t>• gwt_winner (stage-primitive)</a:t>
                      </a:r>
                    </a:p>
                    <a:p>
                      <a:r>
                        <a:t>• regret_theory (stage-primitive)</a:t>
                      </a:r>
                    </a:p>
                    <a:p>
                      <a:r>
                        <a:t>• minimax (stage-primitive)</a:t>
                      </a:r>
                    </a:p>
                    <a:p>
                      <a:r>
                        <a:t>• shapley_value (stage-primitive)</a:t>
                      </a:r>
                    </a:p>
                    <a:p>
                      <a:r>
                        <a:t>• information_value (stage-primitive)</a:t>
                      </a:r>
                    </a:p>
                    <a:p>
                      <a:r>
                        <a:t>• actor_critic (stage-primitive)</a:t>
                      </a:r>
                    </a:p>
                    <a:p>
                      <a:r>
                        <a:t>• soar_qlearning (stage-primitive)</a:t>
                      </a:r>
                    </a:p>
                    <a:p>
                      <a:r>
                        <a:t>• actr_expected_gain (stage-primitive)</a:t>
                      </a:r>
                    </a:p>
                    <a:p>
                      <a:r>
                        <a:t>• matching_pennies (stage-primitive)</a:t>
                      </a:r>
                    </a:p>
                    <a:p>
                      <a:r>
                        <a:t>• ddm_decision_time (stage-primitive)</a:t>
                      </a:r>
                    </a:p>
                    <a:p>
                      <a:r>
                        <a:t>• ddm_error_rate (stage-primitive)</a:t>
                      </a:r>
                    </a:p>
                    <a:p>
                      <a:r>
                        <a:t>• sdt_d_prime (stage-primitive)</a:t>
                      </a:r>
                    </a:p>
                    <a:p>
                      <a:r>
                        <a:t>• sdt_beta (stage-primitive)</a:t>
                      </a:r>
                    </a:p>
                    <a:p>
                      <a:r>
                        <a:t>• sdt_a_prime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probability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概率、可能性、几率、多少成、多大把握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贝叶斯更新</a:t>
                      </a:r>
                    </a:p>
                    <a:p>
                      <a:r>
                        <a:t>• 贝叶斯更新</a:t>
                      </a:r>
                    </a:p>
                    <a:p>
                      <a:r>
                        <a:t>• 贝叶斯定理</a:t>
                      </a:r>
                    </a:p>
                    <a:p>
                      <a:r>
                        <a:t>• 元认知置信度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confidence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置信、相信、把握、信任、确定程度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元认知置信度</a:t>
                      </a:r>
                    </a:p>
                    <a:p>
                      <a:r>
                        <a:t>• 对数损失校准</a:t>
                      </a:r>
                    </a:p>
                    <a:p>
                      <a:r>
                        <a:t>• precision_weight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learning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学习、训练、强化、奖励、惩罚、探索、尝试新、适应、Q值、策略梯度、经验回放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Softmax 策略(探索)</a:t>
                      </a:r>
                    </a:p>
                    <a:p>
                      <a:r>
                        <a:t>• Q-Learning 更新</a:t>
                      </a:r>
                    </a:p>
                    <a:p>
                      <a:r>
                        <a:t>• 贝尔曼方程</a:t>
                      </a:r>
                    </a:p>
                    <a:p>
                      <a:r>
                        <a:t>• 策略梯度定理</a:t>
                      </a:r>
                    </a:p>
                    <a:p>
                      <a:r>
                        <a:t>• ACT-R 学习</a:t>
                      </a:r>
                    </a:p>
                    <a:p>
                      <a:r>
                        <a:t>• cronbach_alpha (stage-primitive)</a:t>
                      </a:r>
                    </a:p>
                    <a:p>
                      <a:r>
                        <a:t>• cohens_d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personality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性格、特质、内向、外向、好奇、动机、欲望、想要、需求、偏好、测量、因子、IRT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IRT 测量</a:t>
                      </a:r>
                    </a:p>
                    <a:p>
                      <a:r>
                        <a:t>• IRT 单参数</a:t>
                      </a:r>
                    </a:p>
                    <a:p>
                      <a:r>
                        <a:t>• IRT 双参数</a:t>
                      </a:r>
                    </a:p>
                    <a:p>
                      <a:r>
                        <a:t>• IRT 三参数</a:t>
                      </a:r>
                    </a:p>
                    <a:p>
                      <a:r>
                        <a:t>• 因子分析模型</a:t>
                      </a:r>
                    </a:p>
                    <a:p>
                      <a:r>
                        <a:t>• irt_information (stage-primitive)</a:t>
                      </a:r>
                    </a:p>
                    <a:p>
                      <a:r>
                        <a:t>• irt_sem (stage-primitive)</a:t>
                      </a:r>
                    </a:p>
                    <a:p>
                      <a:r>
                        <a:t>• actr_declarative_memory (stage-primitive)</a:t>
                      </a:r>
                    </a:p>
                    <a:p>
                      <a:r>
                        <a:t>• irt_4pl (stage-primitive)</a:t>
                      </a:r>
                    </a:p>
                    <a:p>
                      <a:r>
                        <a:t>• irt_test_information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information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信息、熵、混乱、有序、复杂度、意外、惊喜、互信息、信道、联合熵、条件熵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香农信息熵</a:t>
                      </a:r>
                    </a:p>
                    <a:p>
                      <a:r>
                        <a:t>• 交叉熵</a:t>
                      </a:r>
                    </a:p>
                    <a:p>
                      <a:r>
                        <a:t>• 联合熵</a:t>
                      </a:r>
                    </a:p>
                    <a:p>
                      <a:r>
                        <a:t>• 条件熵</a:t>
                      </a:r>
                    </a:p>
                    <a:p>
                      <a:r>
                        <a:t>• 互信息</a:t>
                      </a:r>
                    </a:p>
                    <a:p>
                      <a:r>
                        <a:t>• 信道容量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expectation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期望、预测、预期、应该、以为、后验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期望效用</a:t>
                      </a:r>
                    </a:p>
                    <a:p>
                      <a:r>
                        <a:t>• 贝叶斯(先验更新)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emotion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情绪、情感、高兴、悲伤、愤怒、快乐、愉悦、PAD、愉悦度、唤醒度、情绪空间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PAD 情绪空间模型</a:t>
                      </a:r>
                    </a:p>
                    <a:p>
                      <a:r>
                        <a:t>• 唤醒-绩效</a:t>
                      </a:r>
                    </a:p>
                    <a:p>
                      <a:r>
                        <a:t>• emotion_blend (stage-primitive)</a:t>
                      </a:r>
                    </a:p>
                    <a:p>
                      <a:r>
                        <a:t>• pad_pleasure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flow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流量、心流、专注、沉浸、忘我、投入、流畅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认知负荷(心流前提)</a:t>
                      </a:r>
                    </a:p>
                    <a:p>
                      <a:r>
                        <a:t>• 唤醒-绩效(中等最优)</a:t>
                      </a:r>
                    </a:p>
                    <a:p>
                      <a:r>
                        <a:t>• flow_channel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sdt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自我决定、自主、胜任、关系、动机类型、内在动机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期望效用(动机权衡)</a:t>
                      </a:r>
                    </a:p>
                    <a:p>
                      <a:r>
                        <a:t>• sdt_d_prime (stage-primitive)</a:t>
                      </a:r>
                    </a:p>
                    <a:p>
                      <a:r>
                        <a:t>• sdt_beta (stage-primitive)</a:t>
                      </a:r>
                    </a:p>
                    <a:p>
                      <a:r>
                        <a:t>• sdt_a_prime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belief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信念、假设、证据、比较、假设检验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bayes_factor (stage-primitive)</a:t>
                      </a:r>
                    </a:p>
                    <a:p>
                      <a:r>
                        <a:t>• posterior_odds (stage-primitive)</a:t>
                      </a:r>
                    </a:p>
                    <a:p>
                      <a:r>
                        <a:t>• bayes_confirmation (stage-primitive)</a:t>
                      </a:r>
                    </a:p>
                    <a:p>
                      <a:r>
                        <a:t>• popper_corroboration (stage-primitive)</a:t>
                      </a:r>
                    </a:p>
                    <a:p>
                      <a:r>
                        <a:t>• odds_ratio (stage-primitive)</a:t>
                      </a:r>
                    </a:p>
                    <a:p>
                      <a:r>
                        <a:t>• carnap_confirmation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sem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结构方程、拟合、模型拟合、路径、CFI、RMSEA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SEM 测量方程</a:t>
                      </a:r>
                    </a:p>
                    <a:p>
                      <a:r>
                        <a:t>• SEM 结构方程</a:t>
                      </a:r>
                    </a:p>
                    <a:p>
                      <a:r>
                        <a:t>• CFI 拟合指数</a:t>
                      </a:r>
                    </a:p>
                    <a:p>
                      <a:r>
                        <a:t>• sem_fit_rmsea (stage-primitive)</a:t>
                      </a:r>
                    </a:p>
                    <a:p>
                      <a:r>
                        <a:t>• sem_fit_srms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prospect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损失、风险、得失、赌、前景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prospect_value (stage-primitive)</a:t>
                      </a:r>
                    </a:p>
                    <a:p>
                      <a:r>
                        <a:t>• prospect_weight (stage-primitive)</a:t>
                      </a:r>
                    </a:p>
                    <a:p>
                      <a:r>
                        <a:t>• subjective_utility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consciousness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意识、觉知、全局、整合、注意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iit_phi (stage-primitive)</a:t>
                      </a:r>
                    </a:p>
                    <a:p>
                      <a:r>
                        <a:t>• gwt_winner (stage-primitive)</a:t>
                      </a:r>
                    </a:p>
                    <a:p>
                      <a:r>
                        <a:t>• gwt_accessibility (stage-primitive)</a:t>
                      </a:r>
                    </a:p>
                    <a:p>
                      <a:r>
                        <a:t>• precision_weight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active_inference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自由能、预测误差、主动推断、最小化惊奇、预期自由能、信息增益、认识性价值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predictive_coding_free_energy (stage-primitive)</a:t>
                      </a:r>
                    </a:p>
                    <a:p>
                      <a:r>
                        <a:t>• active_inference_efe (stage-primitive)</a:t>
                      </a:r>
                    </a:p>
                    <a:p>
                      <a:r>
                        <a:t>• precision_weight (stage-primitive)</a:t>
                      </a:r>
                    </a:p>
                    <a:p>
                      <a:r>
                        <a:t>• aif_info_gain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social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社会、群体、他人影响、从众、舆论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social_influence (stage-primitive)</a:t>
                      </a:r>
                    </a:p>
                    <a:p>
                      <a:r>
                        <a:t>• vygotsky_zpd (stage-primitive)</a:t>
                      </a:r>
                    </a:p>
                    <a:p>
                      <a:r>
                        <a:t>• homophily (stage-primitive)</a:t>
                      </a:r>
                    </a:p>
                    <a:p>
                      <a:r>
                        <a:t>• bystander_effect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development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发展、学习区、最近发展区、成长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vygotsky_zpd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mental_health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抑郁、焦虑、量表、PHQ、GAD、心理测量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phq9_score (stage-primitive)</a:t>
                      </a:r>
                    </a:p>
                    <a:p>
                      <a:r>
                        <a:t>• gad7_score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confirmation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确认、证实、证据强度、波普尔、卡尔纳普</a:t>
                      </a:r>
                    </a:p>
                  </a:txBody>
                  <a:tcPr anchor="t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bayes_confirmation (stage-primitive)</a:t>
                      </a:r>
                    </a:p>
                    <a:p>
                      <a:r>
                        <a:t>• popper_corroboration (stage-primitive)</a:t>
                      </a:r>
                    </a:p>
                    <a:p>
                      <a:r>
                        <a:t>• carnap_confirmation (stage-primitive)</a:t>
                      </a:r>
                    </a:p>
                  </a:txBody>
                  <a:tcPr anchor="t"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neuroscience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脑网络、模块度、神经可塑性、突触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• brain_network_modularity (stage-primitive)</a:t>
                      </a:r>
                    </a:p>
                  </a:txBody>
                  <a:tcPr anchor="t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